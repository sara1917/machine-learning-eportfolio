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31"/>
  </p:normalViewPr>
  <p:slideViewPr>
    <p:cSldViewPr snapToGrid="0">
      <p:cViewPr varScale="1">
        <p:scale>
          <a:sx n="118" d="100"/>
          <a:sy n="118" d="100"/>
        </p:scale>
        <p:origin x="28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C8FC6-0196-4109-3DAF-665B540B3E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1A976B-32ED-0CBE-5606-8E7649742F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4144F-A316-A7FF-5FE7-58DCB38C6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C4F4-7FA0-B441-854B-03DCFB5B343E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723D3-6FE5-76ED-D34C-CF181C4DE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C2762-F43E-2037-024D-53495C274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5DE59-6C54-A445-8FD8-2BFF1B97A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93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A3D5D-2A81-794C-A1A9-762C6D961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02FAC-3E6E-4162-A22B-258C03589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ACC38-51FD-4B1B-B201-8BF56C30B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C4F4-7FA0-B441-854B-03DCFB5B343E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8DCE6-EEC7-29D7-B7E5-CBF3F93F3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4F1BD-878E-9F46-C206-4A7012DD3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5DE59-6C54-A445-8FD8-2BFF1B97A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432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79B57-654D-62A5-EC04-64D27FFB0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7DA6A-9319-EDAB-2CDF-5A8A8867F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F3B82-E160-ED3D-BF8E-B977A5ABB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C4F4-7FA0-B441-854B-03DCFB5B343E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0E885-DF14-860D-AA62-923023C58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4ABED-1E91-AAA2-D215-64477651F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5DE59-6C54-A445-8FD8-2BFF1B97A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15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9CAC1-7EFA-7F06-9824-07E889EA1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45CA9-E176-5FB5-B9BC-A006AE49ED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23C306-8D09-7C56-09E3-6ECC650BD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E129A-7288-9691-8FBE-8B114E3F1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C4F4-7FA0-B441-854B-03DCFB5B343E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CEB8B-1DDF-9FE2-777C-32F5A239A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D02EDD-6121-A1DA-B41B-03AD66E75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5DE59-6C54-A445-8FD8-2BFF1B97A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913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8017-B997-B470-A8A3-CD3F09F71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2210EB-B651-CC9E-EFC7-19BB696AC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B1BF73-15F5-0758-CF8A-C2FC28E5F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476B78-DD06-76A5-A12D-1C8D052339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807CDD-72B7-1580-9C56-318F6D5DA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7369EA-44D8-D081-CBAB-BCF8B943C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C4F4-7FA0-B441-854B-03DCFB5B343E}" type="datetimeFigureOut">
              <a:rPr lang="en-US" smtClean="0"/>
              <a:t>5/9/26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E06322-83D5-FD2D-62DF-90B16AAD9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3279B2-04D8-79DF-8AF6-34653FC88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5DE59-6C54-A445-8FD8-2BFF1B97A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60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9394B-27A6-C834-B689-541DD027F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463D07-CC0D-0797-65AB-855A822F3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C4F4-7FA0-B441-854B-03DCFB5B343E}" type="datetimeFigureOut">
              <a:rPr lang="en-US" smtClean="0"/>
              <a:t>5/9/26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E98589-20DE-5C8B-785C-491DFBED2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EA843B-3239-004B-4AFC-B1F819440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5DE59-6C54-A445-8FD8-2BFF1B97A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396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83431C-375B-F889-7543-E5E5A78CF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C4F4-7FA0-B441-854B-03DCFB5B343E}" type="datetimeFigureOut">
              <a:rPr lang="en-US" smtClean="0"/>
              <a:t>5/9/26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C495A4-1FD7-6502-9284-2AEC73223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AB82C-9E53-B2BA-2C65-13721F59F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5DE59-6C54-A445-8FD8-2BFF1B97A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52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CD996-1A2E-3553-39A0-5BF17DB30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C2405-3BF1-1B74-8BB4-80BD524BC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E2A567-FF3E-F35A-3729-85276089F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AF754-F09C-E26D-C8F5-F09697CEC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C4F4-7FA0-B441-854B-03DCFB5B343E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973D8-94B6-DFDD-AA43-E1A066804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42808-56DE-D927-34E9-B06E46A0B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5DE59-6C54-A445-8FD8-2BFF1B97A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765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8ED9E-17D2-DFA5-6D31-14DB2F0F3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9F57A1-38EC-BE97-B0B4-7E92877104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CF2CD6-73FB-4B39-1D75-8F4E1B99D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5CF3D8-CA4F-90C4-5A7B-0FE00DE1F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C4F4-7FA0-B441-854B-03DCFB5B343E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6DE094-58F5-4C81-1D34-CF92F93E0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07B3C-CBF5-285B-A097-BBBC374FB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5DE59-6C54-A445-8FD8-2BFF1B97A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212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149C-B371-DC78-9110-631FB89E1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550C31-2A1E-CDD5-2573-326261FA1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37ABB-5D97-213B-A804-0383092F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C4F4-7FA0-B441-854B-03DCFB5B343E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F96C6-EB35-9CB4-B3E6-2B44A326B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ED917-AA9B-4674-16A4-754D398E3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5DE59-6C54-A445-8FD8-2BFF1B97A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333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EF55DD-3D89-367D-55BB-C6ADBCB631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F6BAF2-9B94-9C18-1879-3AE8F1A266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AEB1C-DE8E-A80A-2578-F70A1747E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C4F4-7FA0-B441-854B-03DCFB5B343E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3B21B-65AC-992F-CC9D-0CE27E1E7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3DFEC-1C0E-BFFB-F5C8-40C8EAECE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5DE59-6C54-A445-8FD8-2BFF1B97A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165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0C29AA-BE95-A49F-6AA8-83F9409AF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972A8-E5FD-4CDB-C8AB-76D58B20F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858DE-24B1-16A8-F534-6E2D7FB9D2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6DC4F4-7FA0-B441-854B-03DCFB5B343E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80A9F-D770-AE4F-FF9F-C45CB9A518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D9C66-917F-D6CD-6172-F35AE41D7B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15DE59-6C54-A445-8FD8-2BFF1B97A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632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C4C2D-280C-E39A-698D-145336641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58AF1-C436-29C7-10B2-B664B25C5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80000"/>
            <a:ext cx="10515600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Timeline and </a:t>
            </a:r>
            <a:r>
              <a:rPr lang="en-US"/>
              <a:t>task allocation </a:t>
            </a:r>
            <a:r>
              <a:rPr lang="en-US" dirty="0"/>
              <a:t>defined on 9.5.2026</a:t>
            </a:r>
            <a:endParaRPr lang="en-US" dirty="0">
              <a:highlight>
                <a:srgbClr val="FFFF00"/>
              </a:highligh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0E8E053-1117-4D37-1098-FF2DFF8F0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775899"/>
              </p:ext>
            </p:extLst>
          </p:nvPr>
        </p:nvGraphicFramePr>
        <p:xfrm>
          <a:off x="217170" y="909412"/>
          <a:ext cx="11795760" cy="55443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59152">
                  <a:extLst>
                    <a:ext uri="{9D8B030D-6E8A-4147-A177-3AD203B41FA5}">
                      <a16:colId xmlns:a16="http://schemas.microsoft.com/office/drawing/2014/main" val="83792758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479696626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349242167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1276819400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3486870646"/>
                    </a:ext>
                  </a:extLst>
                </a:gridCol>
              </a:tblGrid>
              <a:tr h="2767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 / dates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423" marR="83423" marT="55615" marB="5561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423" marR="83423" marT="55615" marB="5561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Owner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423" marR="83423" marT="55615" marB="5561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423" marR="83423" marT="55615" marB="5561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423" marR="83423" marT="55615" marB="55615" anchor="ctr"/>
                </a:tc>
                <a:extLst>
                  <a:ext uri="{0D108BD9-81ED-4DB2-BD59-A6C34878D82A}">
                    <a16:rowId xmlns:a16="http://schemas.microsoft.com/office/drawing/2014/main" val="717840987"/>
                  </a:ext>
                </a:extLst>
              </a:tr>
              <a:tr h="6109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 16/May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423" marR="83423" marT="55615" marB="556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EDA + Data Cleaning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423" marR="83423" marT="55615" marB="556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Francesca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423" marR="83423" marT="55615" marB="556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Ariel provides basic design and plots/charts ideas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Raw dataset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423" marR="83423" marT="55615" marB="556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 err="1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Normalised</a:t>
                      </a: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 and cleaned dataset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Design decisions and comments on findings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Charts/plots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Python scripts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423" marR="83423" marT="55615" marB="55615" anchor="ctr"/>
                </a:tc>
                <a:extLst>
                  <a:ext uri="{0D108BD9-81ED-4DB2-BD59-A6C34878D82A}">
                    <a16:rowId xmlns:a16="http://schemas.microsoft.com/office/drawing/2014/main" val="2113925413"/>
                  </a:ext>
                </a:extLst>
              </a:tr>
              <a:tr h="6109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 23/May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423" marR="83423" marT="55615" marB="556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Regression and Clustering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423" marR="83423" marT="55615" marB="556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Ariel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423" marR="83423" marT="55615" marB="556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dataset, business question, EDA signals, pricing target, selected variables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423" marR="83423" marT="55615" marB="5561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Python notebook/script, prediction/evaluation outputs, metrics and graphs, segmentation/validation outputs, K selection, profiles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423" marR="83423" marT="55615" marB="55615" anchor="ctr"/>
                </a:tc>
                <a:extLst>
                  <a:ext uri="{0D108BD9-81ED-4DB2-BD59-A6C34878D82A}">
                    <a16:rowId xmlns:a16="http://schemas.microsoft.com/office/drawing/2014/main" val="3326303366"/>
                  </a:ext>
                </a:extLst>
              </a:tr>
              <a:tr h="778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 27/May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423" marR="83423" marT="55615" marB="556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Written report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423" marR="83423" marT="55615" marB="556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Ariel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423" marR="83423" marT="55615" marB="556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All before</a:t>
                      </a:r>
                    </a:p>
                  </a:txBody>
                  <a:tcPr marL="83423" marR="83423" marT="55615" marB="556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Pre-final written report</a:t>
                      </a:r>
                    </a:p>
                  </a:txBody>
                  <a:tcPr marL="83423" marR="83423" marT="55615" marB="55615" anchor="ctr"/>
                </a:tc>
                <a:extLst>
                  <a:ext uri="{0D108BD9-81ED-4DB2-BD59-A6C34878D82A}">
                    <a16:rowId xmlns:a16="http://schemas.microsoft.com/office/drawing/2014/main" val="417499677"/>
                  </a:ext>
                </a:extLst>
              </a:tr>
              <a:tr h="778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 5/Jun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423" marR="83423" marT="55615" marB="556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QA and review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423" marR="83423" marT="55615" marB="556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Sarra + Tamim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423" marR="83423" marT="55615" marB="556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Pre-final written report and all assets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423" marR="83423" marT="55615" marB="556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Final report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423" marR="83423" marT="55615" marB="55615" anchor="ctr"/>
                </a:tc>
                <a:extLst>
                  <a:ext uri="{0D108BD9-81ED-4DB2-BD59-A6C34878D82A}">
                    <a16:rowId xmlns:a16="http://schemas.microsoft.com/office/drawing/2014/main" val="801355089"/>
                  </a:ext>
                </a:extLst>
              </a:tr>
              <a:tr h="7780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 6/Jun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423" marR="83423" marT="55615" marB="556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Submission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423" marR="83423" marT="55615" marB="556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TBD</a:t>
                      </a:r>
                    </a:p>
                  </a:txBody>
                  <a:tcPr marL="83423" marR="83423" marT="55615" marB="556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Final report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423" marR="83423" marT="55615" marB="5561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423" marR="83423" marT="55615" marB="55615" anchor="ctr"/>
                </a:tc>
                <a:extLst>
                  <a:ext uri="{0D108BD9-81ED-4DB2-BD59-A6C34878D82A}">
                    <a16:rowId xmlns:a16="http://schemas.microsoft.com/office/drawing/2014/main" val="721951539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8D884-9320-FC41-57A3-833022B5F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A734-4665-B741-87FA-783257FD0F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72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132</Words>
  <Application>Microsoft Macintosh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Timeline and task allocation defined on 9.5.2026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Ariel Mella</dc:creator>
  <cp:lastModifiedBy>Ariel Mella</cp:lastModifiedBy>
  <cp:revision>1</cp:revision>
  <dcterms:created xsi:type="dcterms:W3CDTF">2026-05-09T14:13:34Z</dcterms:created>
  <dcterms:modified xsi:type="dcterms:W3CDTF">2026-05-09T14:18:23Z</dcterms:modified>
</cp:coreProperties>
</file>